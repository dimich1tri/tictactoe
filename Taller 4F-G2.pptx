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562a2c771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562a2c771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academica, administativa, logros y actividades a destacar.</a:t>
            </a:r>
            <a:endParaRPr/>
          </a:p>
        </p:txBody>
      </p:sp>
      <p:sp>
        <p:nvSpPr>
          <p:cNvPr id="128" name="Google Shape;128;g39562a2c771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562a2c77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562a2c77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562a2c771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562a2c77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2538351" y="2109016"/>
            <a:ext cx="63420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</a:pPr>
            <a:r>
              <a:rPr b="1" lang="es-419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Inteligencia Artificial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C000"/>
              </a:buClr>
              <a:buSzPts val="2700"/>
              <a:buNone/>
            </a:pPr>
            <a:r>
              <a:rPr b="1" lang="es-419" sz="27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Juegos Multijugador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C000"/>
              </a:buClr>
              <a:buSzPts val="2700"/>
              <a:buNone/>
            </a:pPr>
            <a:r>
              <a:rPr b="1" lang="es-419" sz="27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Taller 4</a:t>
            </a:r>
            <a:endParaRPr/>
          </a:p>
        </p:txBody>
      </p:sp>
      <p:sp>
        <p:nvSpPr>
          <p:cNvPr id="132" name="Google Shape;132;p25"/>
          <p:cNvSpPr txBox="1"/>
          <p:nvPr/>
        </p:nvSpPr>
        <p:spPr>
          <a:xfrm>
            <a:off x="2792841" y="4229915"/>
            <a:ext cx="6342000" cy="75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Ing. Laura Juliana Mora Páez Msc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Departamento de Ingeniería de Sistemas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1105221" y="166403"/>
            <a:ext cx="2726100" cy="71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Simón Díaz Monrroy</a:t>
            </a:r>
            <a:endParaRPr sz="1100"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Thomas Leal Puerta</a:t>
            </a:r>
            <a:endParaRPr sz="1100"/>
          </a:p>
          <a:p>
            <a:pPr indent="0" lvl="0" marL="0" marR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Eliana Pardo Montenegro</a:t>
            </a:r>
            <a:endParaRPr sz="1100"/>
          </a:p>
          <a:p>
            <a:pPr indent="0" lvl="0" marL="0" marR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Iván Pardo Montenegro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238053" y="385395"/>
            <a:ext cx="867300" cy="3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Grupo 2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8388" y="187488"/>
            <a:ext cx="1994650" cy="19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 title="2026-02-26-060911_hyprsh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825" y="260363"/>
            <a:ext cx="2358300" cy="18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1325" y="491185"/>
            <a:ext cx="2358300" cy="13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250" y="2571750"/>
            <a:ext cx="2081450" cy="20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1874" y="2972075"/>
            <a:ext cx="2807713" cy="147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09750" y="2571738"/>
            <a:ext cx="2254817" cy="196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123" y="1263738"/>
            <a:ext cx="3559775" cy="261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